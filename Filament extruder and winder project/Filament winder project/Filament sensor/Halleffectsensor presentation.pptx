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A370-A322-46C8-A934-15A249D55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BCFE3-A1BE-4A28-901A-BAA0BAECD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7EAF1-70D4-471A-81F4-58218995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2C9-DA1F-4A71-9F8F-7B6F01B1C8CC}" type="datetimeFigureOut">
              <a:rPr lang="en-GB" smtClean="0"/>
              <a:t>19/01/2023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AE44C-B372-404D-8634-6C260DD9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4C472-FD24-402B-B873-BA85E6AF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D278-36E2-4AE6-A13E-E98FA74E7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747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63BB-ED9A-442E-8C17-6A568DBE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4119A-94F9-46A9-B59E-B3DED4EDB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D878E-9791-4ABA-9F9C-EC07A6A3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2C9-DA1F-4A71-9F8F-7B6F01B1C8CC}" type="datetimeFigureOut">
              <a:rPr lang="en-GB" smtClean="0"/>
              <a:t>19/01/2023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FFBDD-5994-46DF-A153-81776E08E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6B7B2-2ACC-44DD-9ACF-EC7BAC1FC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D278-36E2-4AE6-A13E-E98FA74E7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64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831F-1674-4AED-8615-720EB95DD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73718-86EE-4F57-B5D6-09B592F7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FF1CF-35BD-40F6-84D4-8A2CB438C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2C9-DA1F-4A71-9F8F-7B6F01B1C8CC}" type="datetimeFigureOut">
              <a:rPr lang="en-GB" smtClean="0"/>
              <a:t>19/01/2023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E1D51-3A83-4B79-B8C9-B0FAAC87B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CA224-3E03-4963-B809-520A5415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D278-36E2-4AE6-A13E-E98FA74E7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8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C54E-9EDB-4A41-8CD0-CFD9AB97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90A0E-D22F-4445-84AF-081D4C83B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634C2-30A9-41A1-BA5B-7172D73AF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C89D1-D6F0-4896-B0EC-E3491D68A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2C9-DA1F-4A71-9F8F-7B6F01B1C8CC}" type="datetimeFigureOut">
              <a:rPr lang="en-GB" smtClean="0"/>
              <a:t>19/01/2023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F8FD8-77E4-4E6D-9221-31346D425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96704-F9F2-461A-B232-C0E99552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D278-36E2-4AE6-A13E-E98FA74E7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25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4A433-C658-474A-8929-B1FBE207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AEF47-EB36-4358-AEEA-436697950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832001-8347-446C-8478-EE323156E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B3F9A-215D-4D26-8445-CEC61EFFF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78B7F9-5BB9-437F-AB50-44A5B100E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83ACFB-E151-4A77-98AA-68AEAD701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2C9-DA1F-4A71-9F8F-7B6F01B1C8CC}" type="datetimeFigureOut">
              <a:rPr lang="en-GB" smtClean="0"/>
              <a:t>19/01/2023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8F651-61BD-4EDE-AE2D-2981A431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FA27F3-3CCC-4C34-B58B-612BDE17E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D278-36E2-4AE6-A13E-E98FA74E7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76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4E21-EB66-403A-BDAF-B3C2AE2C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02EC7E-9812-4809-BC91-F0459683E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2C9-DA1F-4A71-9F8F-7B6F01B1C8CC}" type="datetimeFigureOut">
              <a:rPr lang="en-GB" smtClean="0"/>
              <a:t>19/01/2023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39419-3B4B-4210-9368-4A8A343B8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F4B4C2-8EE2-462A-B25D-EB5641D9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D278-36E2-4AE6-A13E-E98FA74E7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70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03C655-D401-4F06-A112-E53D8905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2C9-DA1F-4A71-9F8F-7B6F01B1C8CC}" type="datetimeFigureOut">
              <a:rPr lang="en-GB" smtClean="0"/>
              <a:t>19/01/2023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0D8BB-C358-4251-8117-CC669CC1B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1EA87-3CAD-40C8-8D7B-830E602A8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D278-36E2-4AE6-A13E-E98FA74E7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706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0EA0-C207-4087-9ED4-A10B26D03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64539-8570-46C1-BABB-1C287AF23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16EE4-5902-4DD6-9766-C2DFFBBFA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4904A-9834-4A86-813F-365EEC3E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2C9-DA1F-4A71-9F8F-7B6F01B1C8CC}" type="datetimeFigureOut">
              <a:rPr lang="en-GB" smtClean="0"/>
              <a:t>19/01/2023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0E9A2-BF13-4180-ACC9-A9892C1C8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85A80-C948-4BBB-954A-59E4B5E2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D278-36E2-4AE6-A13E-E98FA74E7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26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D79B-52E2-4D11-96CE-630159EA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8EE9BF-16E0-4800-8A2A-8B0829110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2AD36-5CD3-41E7-A776-DC39D6469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AA736-BF31-4484-9D74-6BD1F6187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2C9-DA1F-4A71-9F8F-7B6F01B1C8CC}" type="datetimeFigureOut">
              <a:rPr lang="en-GB" smtClean="0"/>
              <a:t>19/01/2023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314C9-691A-4D9D-9BF3-1AE42864E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15BF0-AE66-4BFB-AD9F-BF61B30D7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D278-36E2-4AE6-A13E-E98FA74E7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63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C8BA4-EF91-4788-98DC-01245357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597A9-8C5D-4325-91B1-99E7527A5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F3EDC-E491-44B5-ABA1-962643310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2C9-DA1F-4A71-9F8F-7B6F01B1C8CC}" type="datetimeFigureOut">
              <a:rPr lang="en-GB" smtClean="0"/>
              <a:t>19/01/2023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491CC-66F1-4FE9-8C23-1FF934AC8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C0099-762F-4D28-9144-CBA17574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D278-36E2-4AE6-A13E-E98FA74E7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999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AD419A-965A-4D73-BDCF-230E13276A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1ECAB3-1337-485C-A370-A375E3DB7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4F138-4CEA-4BDD-8762-6DC833D09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D2C9-DA1F-4A71-9F8F-7B6F01B1C8CC}" type="datetimeFigureOut">
              <a:rPr lang="en-GB" smtClean="0"/>
              <a:t>19/01/2023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8034F-7287-40A9-9234-4CDBF7AD1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DC874-5C96-415F-A9DD-BE76927C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AD278-36E2-4AE6-A13E-E98FA74E7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33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96B90A-B71F-4348-A1E1-2F568CC43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FBB7C-422E-4E74-8177-50FA4267C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2035D-7E4A-4086-9D32-F46445E2E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8D2C9-DA1F-4A71-9F8F-7B6F01B1C8CC}" type="datetimeFigureOut">
              <a:rPr lang="en-GB" smtClean="0"/>
              <a:t>19/01/2023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91BF0-9BFC-4A64-88FA-774FF73452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C74A3-E4BC-4E5C-B5F0-98554AEFF8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AD278-36E2-4AE6-A13E-E98FA74E74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09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1AF3122-A1CD-4914-8FC4-0E0109160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531" y="804487"/>
            <a:ext cx="3933825" cy="28003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4C4B808-EA1E-4FC7-8FA9-DFCA2D60C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417" y="804487"/>
            <a:ext cx="2212041" cy="28003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1EB2199-3127-45C4-BFC6-F2D6761A9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519" y="804487"/>
            <a:ext cx="4054987" cy="28003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46214D4-7FB2-425E-81D1-0C80C9C06496}"/>
              </a:ext>
            </a:extLst>
          </p:cNvPr>
          <p:cNvSpPr txBox="1"/>
          <p:nvPr/>
        </p:nvSpPr>
        <p:spPr>
          <a:xfrm>
            <a:off x="1808368" y="435155"/>
            <a:ext cx="3181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solidFill>
                  <a:srgbClr val="00B050"/>
                </a:solidFill>
              </a:rPr>
              <a:t>HallEffectSensor</a:t>
            </a:r>
            <a:r>
              <a:rPr lang="en-GB" dirty="0">
                <a:solidFill>
                  <a:srgbClr val="00B050"/>
                </a:solidFill>
              </a:rPr>
              <a:t> (smaller)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E5446F-6A3B-4207-8480-022E7F6FBC0E}"/>
              </a:ext>
            </a:extLst>
          </p:cNvPr>
          <p:cNvSpPr txBox="1"/>
          <p:nvPr/>
        </p:nvSpPr>
        <p:spPr>
          <a:xfrm>
            <a:off x="7615131" y="435155"/>
            <a:ext cx="349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HallEffectSensor.v.2 (taller + 5mm)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B51C319-C9E9-449D-A2A2-C7956389F8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4874" y="3704049"/>
            <a:ext cx="1438275" cy="21431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DECE046-7771-42F6-B3C2-8EC4484705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5759" y="3704049"/>
            <a:ext cx="876300" cy="18669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5FE7799-0B86-4C7E-8854-5380E37359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6769" y="3633589"/>
            <a:ext cx="899336" cy="200781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609D088-B694-469D-B344-CB9E7B65DD9F}"/>
              </a:ext>
            </a:extLst>
          </p:cNvPr>
          <p:cNvSpPr txBox="1"/>
          <p:nvPr/>
        </p:nvSpPr>
        <p:spPr>
          <a:xfrm>
            <a:off x="5050417" y="5670160"/>
            <a:ext cx="2240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00B050"/>
                </a:solidFill>
              </a:rPr>
              <a:t>Neutral setting </a:t>
            </a:r>
          </a:p>
          <a:p>
            <a:pPr algn="ctr"/>
            <a:r>
              <a:rPr lang="en-GB" dirty="0">
                <a:solidFill>
                  <a:srgbClr val="00B050"/>
                </a:solidFill>
              </a:rPr>
              <a:t>(no magnets near by)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B6B16E-C5B7-4394-9F0E-A0B3710766A2}"/>
              </a:ext>
            </a:extLst>
          </p:cNvPr>
          <p:cNvSpPr txBox="1"/>
          <p:nvPr/>
        </p:nvSpPr>
        <p:spPr>
          <a:xfrm>
            <a:off x="2723175" y="5570949"/>
            <a:ext cx="441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far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5FE79D-61A9-466B-8749-0F8C98705F6C}"/>
              </a:ext>
            </a:extLst>
          </p:cNvPr>
          <p:cNvSpPr txBox="1"/>
          <p:nvPr/>
        </p:nvSpPr>
        <p:spPr>
          <a:xfrm>
            <a:off x="9057677" y="5809092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near</a:t>
            </a:r>
          </a:p>
        </p:txBody>
      </p:sp>
    </p:spTree>
    <p:extLst>
      <p:ext uri="{BB962C8B-B14F-4D97-AF65-F5344CB8AC3E}">
        <p14:creationId xmlns:p14="http://schemas.microsoft.com/office/powerpoint/2010/main" val="1055130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9FA38C-5980-4D17-848D-22E815002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65" y="675249"/>
            <a:ext cx="2781300" cy="2124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B08D4A-3204-4335-9138-ABECD74C6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180" y="675249"/>
            <a:ext cx="8579303" cy="482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05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F17C6D-5954-407B-86B5-23DF7B40B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71750"/>
            <a:ext cx="4724400" cy="171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CF0CB1-3C69-4E92-AB1F-5C5A484E3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266" y="1977509"/>
            <a:ext cx="3552825" cy="2533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0CAA95-F901-4D1D-8D38-E39D43F99CA7}"/>
              </a:ext>
            </a:extLst>
          </p:cNvPr>
          <p:cNvSpPr txBox="1"/>
          <p:nvPr/>
        </p:nvSpPr>
        <p:spPr>
          <a:xfrm>
            <a:off x="1988106" y="1977509"/>
            <a:ext cx="48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v.1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48075-5BC3-4BB1-8A28-FBA91BA38869}"/>
              </a:ext>
            </a:extLst>
          </p:cNvPr>
          <p:cNvSpPr txBox="1"/>
          <p:nvPr/>
        </p:nvSpPr>
        <p:spPr>
          <a:xfrm>
            <a:off x="3491276" y="1977509"/>
            <a:ext cx="48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v.3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529799-6E71-46E5-9686-26D8C380D910}"/>
              </a:ext>
            </a:extLst>
          </p:cNvPr>
          <p:cNvSpPr txBox="1"/>
          <p:nvPr/>
        </p:nvSpPr>
        <p:spPr>
          <a:xfrm>
            <a:off x="4994446" y="1977509"/>
            <a:ext cx="48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v.2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8634BD-B46F-495E-B033-A9EA967E0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224" y="4339811"/>
            <a:ext cx="819150" cy="1895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D9E41C-8014-4EFD-905C-3EC52F5F58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7578" y="4339811"/>
            <a:ext cx="1438781" cy="21398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1A9684-A139-4C6A-98DC-776A386C7E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28" y="4369748"/>
            <a:ext cx="877900" cy="18655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605BE1-8ECA-4BB1-B044-A592B2A6223D}"/>
              </a:ext>
            </a:extLst>
          </p:cNvPr>
          <p:cNvSpPr txBox="1"/>
          <p:nvPr/>
        </p:nvSpPr>
        <p:spPr>
          <a:xfrm>
            <a:off x="6706130" y="1608177"/>
            <a:ext cx="349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HallEffectSensor.v.3 (+ 2.5mm)</a:t>
            </a:r>
          </a:p>
        </p:txBody>
      </p:sp>
    </p:spTree>
    <p:extLst>
      <p:ext uri="{BB962C8B-B14F-4D97-AF65-F5344CB8AC3E}">
        <p14:creationId xmlns:p14="http://schemas.microsoft.com/office/powerpoint/2010/main" val="841083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41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Calvin Stevens</dc:creator>
  <cp:lastModifiedBy>Calvin Stevens</cp:lastModifiedBy>
  <cp:revision>1</cp:revision>
  <dcterms:created xsi:type="dcterms:W3CDTF">2023-01-19T10:16:20Z</dcterms:created>
  <dcterms:modified xsi:type="dcterms:W3CDTF">2023-01-19T15:55:45Z</dcterms:modified>
</cp:coreProperties>
</file>